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  <p:sldId id="267" r:id="rId11"/>
    <p:sldId id="268" r:id="rId12"/>
    <p:sldId id="269" r:id="rId13"/>
    <p:sldId id="270" r:id="rId14"/>
    <p:sldId id="271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9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78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2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7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3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8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8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10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7976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0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39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9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5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926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CareerCrafter</a:t>
            </a:r>
            <a:r>
              <a:rPr dirty="0"/>
              <a:t> </a:t>
            </a:r>
            <a:br>
              <a:rPr lang="en-IN" dirty="0"/>
            </a:br>
            <a:r>
              <a:rPr dirty="0"/>
              <a:t>- Job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 Web-Based Job Portal System</a:t>
            </a:r>
          </a:p>
          <a:p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CareerCrafter</a:t>
            </a:r>
            <a:r>
              <a:rPr lang="en-US" dirty="0"/>
              <a:t> is a web-based application that aims to address these challenges by providing a robust platform for employers to post job listings and for job seekers to search, apply, and manage their applications. The application will also include a resume database feature, allowing job seekers to store and share their qualifications seamlessly.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 err="1"/>
              <a:t>CareerCrafter</a:t>
            </a:r>
            <a:r>
              <a:rPr dirty="0"/>
              <a:t> provides a web-based platform for:</a:t>
            </a:r>
          </a:p>
          <a:p>
            <a:pPr algn="just"/>
            <a:r>
              <a:rPr lang="en-IN" dirty="0"/>
              <a:t> </a:t>
            </a:r>
            <a:r>
              <a:rPr dirty="0"/>
              <a:t> Posting and managing job listings</a:t>
            </a:r>
          </a:p>
          <a:p>
            <a:pPr algn="just"/>
            <a:r>
              <a:rPr lang="en-IN" dirty="0"/>
              <a:t>  </a:t>
            </a:r>
            <a:r>
              <a:rPr dirty="0"/>
              <a:t>Searching and applying for jobs</a:t>
            </a:r>
          </a:p>
          <a:p>
            <a:pPr algn="just"/>
            <a:r>
              <a:rPr lang="en-IN" dirty="0"/>
              <a:t> </a:t>
            </a:r>
            <a:r>
              <a:rPr dirty="0"/>
              <a:t> Managing resumes and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User Registration &amp; Authentication</a:t>
            </a:r>
          </a:p>
          <a:p>
            <a:pPr marL="0" indent="0">
              <a:buNone/>
            </a:pPr>
            <a:r>
              <a:rPr dirty="0"/>
              <a:t>- Employer Dashboard</a:t>
            </a:r>
          </a:p>
          <a:p>
            <a:pPr marL="0" indent="0">
              <a:buNone/>
            </a:pPr>
            <a:r>
              <a:rPr dirty="0"/>
              <a:t>- Job Seeker Profile Management</a:t>
            </a:r>
          </a:p>
          <a:p>
            <a:pPr marL="0" indent="0">
              <a:buNone/>
            </a:pPr>
            <a:r>
              <a:rPr dirty="0"/>
              <a:t>- Resume Database</a:t>
            </a:r>
          </a:p>
          <a:p>
            <a:pPr marL="0" indent="0">
              <a:buNone/>
            </a:pPr>
            <a:r>
              <a:rPr dirty="0"/>
              <a:t>- Application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0E99A-D507-938C-F5E4-3862B591B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66" y="1741523"/>
            <a:ext cx="5277901" cy="4642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Post job listings</a:t>
            </a:r>
          </a:p>
          <a:p>
            <a:pPr marL="0" indent="0">
              <a:buNone/>
            </a:pPr>
            <a:r>
              <a:rPr dirty="0"/>
              <a:t>- Edit and manage job postings</a:t>
            </a:r>
          </a:p>
          <a:p>
            <a:pPr marL="0" indent="0">
              <a:buNone/>
            </a:pPr>
            <a:r>
              <a:rPr dirty="0"/>
              <a:t>- View candidate applications</a:t>
            </a:r>
          </a:p>
          <a:p>
            <a:pPr marL="0" indent="0">
              <a:buNone/>
            </a:pPr>
            <a:r>
              <a:rPr dirty="0"/>
              <a:t>- Track applicant profiles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Seeker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Create and update profile</a:t>
            </a:r>
          </a:p>
          <a:p>
            <a:pPr marL="0" indent="0">
              <a:buNone/>
            </a:pPr>
            <a:r>
              <a:rPr dirty="0"/>
              <a:t>- Search jobs using filters</a:t>
            </a:r>
          </a:p>
          <a:p>
            <a:pPr marL="0" indent="0">
              <a:buNone/>
            </a:pPr>
            <a:r>
              <a:rPr dirty="0"/>
              <a:t>- Apply to jobs</a:t>
            </a:r>
          </a:p>
          <a:p>
            <a:pPr marL="0" indent="0">
              <a:buNone/>
            </a:pPr>
            <a:r>
              <a:rPr dirty="0"/>
              <a:t>- Track application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- JWT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Token generated on login</a:t>
            </a:r>
          </a:p>
          <a:p>
            <a:pPr marL="0" indent="0">
              <a:buNone/>
            </a:pPr>
            <a:r>
              <a:rPr dirty="0"/>
              <a:t>- Token sent with each request</a:t>
            </a:r>
          </a:p>
          <a:p>
            <a:pPr marL="0" indent="0">
              <a:buNone/>
            </a:pPr>
            <a:r>
              <a:rPr dirty="0"/>
              <a:t>- Server validates token</a:t>
            </a:r>
          </a:p>
          <a:p>
            <a:pPr marL="0" indent="0">
              <a:buNone/>
            </a:pPr>
            <a:r>
              <a:rPr dirty="0"/>
              <a:t>- Ensures secure access and authorization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Java (Spring Boot)</a:t>
            </a:r>
          </a:p>
          <a:p>
            <a:r>
              <a:t>Database: MySQL</a:t>
            </a:r>
          </a:p>
          <a:p>
            <a:r>
              <a:t>Authentication: JWT</a:t>
            </a:r>
          </a:p>
          <a:p>
            <a:r>
              <a:t>IDE: Spring Tool Suite (STS)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3F94B-6AE5-ACB1-74F0-35B16524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60" y="235974"/>
            <a:ext cx="3450737" cy="32643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ECA66-FF76-6B20-DC29-BD10BC6A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05" y="281626"/>
            <a:ext cx="3450737" cy="314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1F495-274F-107D-9071-21BD6090B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60" y="3589502"/>
            <a:ext cx="3450738" cy="3032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B4EF04-102F-14C4-5CF8-890AE9292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205" y="3589502"/>
            <a:ext cx="3578942" cy="30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4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F2597A-A8BF-EFA2-DB1E-DF03C122B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7" y="308171"/>
            <a:ext cx="4257368" cy="3300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D1E581-7578-03D9-5D64-EE4D29BFD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968" y="308171"/>
            <a:ext cx="4080387" cy="3300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28AF4-1AD6-EC7F-D7FC-D41D17A72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68" y="3756643"/>
            <a:ext cx="4080387" cy="2880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3FDD92-E32B-5745-368D-CFB47B81A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57" y="3756643"/>
            <a:ext cx="4257367" cy="288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D0168-E9E6-C144-99C9-E6F41414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1340049"/>
            <a:ext cx="3726427" cy="3882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AE5820-86E4-4FC3-E25E-884DFDE2D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22" y="1340049"/>
            <a:ext cx="4572000" cy="380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5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3B6D4-F344-C438-40A0-EF90A8A43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" y="1130896"/>
            <a:ext cx="4168877" cy="3711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DEC6C5-FCD2-0BAD-0B24-421144E9D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23" y="1130896"/>
            <a:ext cx="3982064" cy="371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6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015A0-83B9-7420-730F-4D2AAF32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7" y="301628"/>
            <a:ext cx="4041058" cy="3127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0913F-78BE-28F5-CC5F-B2DD7281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1629"/>
            <a:ext cx="4286865" cy="3127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93BD4-C869-04BF-952A-F5DF330A8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62" y="3612641"/>
            <a:ext cx="4208208" cy="3127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867EE3-9F63-5FB8-5BD4-5605612E2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749" y="3612642"/>
            <a:ext cx="4286865" cy="31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14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CareerCrafter simplifies recruitment process.</a:t>
            </a:r>
          </a:p>
          <a:p>
            <a:r>
              <a:t>Provides efficient job search and hiring platform.</a:t>
            </a:r>
          </a:p>
          <a:p>
            <a:r>
              <a:t>Scalable and secure using Spring Boot.</a:t>
            </a:r>
          </a:p>
          <a:p>
            <a:r>
              <a:t>Future scope: Add recommendations and enhancements.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63</TotalTime>
  <Words>243</Words>
  <Application>Microsoft Office PowerPoint</Application>
  <PresentationFormat>On-screen Show 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CareerCrafter  - Job Portal</vt:lpstr>
      <vt:lpstr>Problem Statement</vt:lpstr>
      <vt:lpstr>Proposed Solution</vt:lpstr>
      <vt:lpstr>Key Features</vt:lpstr>
      <vt:lpstr>Use Case Diagram</vt:lpstr>
      <vt:lpstr>Employer Module</vt:lpstr>
      <vt:lpstr>Job Seeker Module</vt:lpstr>
      <vt:lpstr>Security - JWT Authentication</vt:lpstr>
      <vt:lpstr>Technologies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Vineetha Segar</dc:creator>
  <cp:keywords/>
  <dc:description>generated using python-pptx</dc:description>
  <cp:lastModifiedBy>Vineetha Segar</cp:lastModifiedBy>
  <cp:revision>4</cp:revision>
  <dcterms:created xsi:type="dcterms:W3CDTF">2013-01-27T09:14:16Z</dcterms:created>
  <dcterms:modified xsi:type="dcterms:W3CDTF">2026-04-01T13:22:39Z</dcterms:modified>
  <cp:category/>
</cp:coreProperties>
</file>